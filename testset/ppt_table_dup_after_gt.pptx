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분기 실적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아래 표는 은행별 분기 실적이다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7432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1분기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2분기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저축은행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인터넷은행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2605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