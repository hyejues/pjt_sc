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JURIS 준법심의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심의는 접수 후 진행한다</a:t>
            </a:r>
          </a:p>
          <a:p>
            <a:pPr lvl="1"/>
            <a:r>
              <a:t>예외: 긴급 광고물은 사전 승인 없이 사후 심의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특별점검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정기점검과 특별점검으로 나뉜다</a:t>
            </a:r>
          </a:p>
          <a:p>
            <a:r>
              <a:t>현장점검은 분기 1회 실시한다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특별점검 결과표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1월(억원)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2월(억원)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저축은행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